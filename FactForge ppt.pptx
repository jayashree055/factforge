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uce" charset="1" panose="00000500000000000000"/>
      <p:regular r:id="rId12"/>
    </p:embeddedFont>
    <p:embeddedFont>
      <p:font typeface="DM Serif Display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9304221" y="935279"/>
            <a:ext cx="6803649" cy="8973638"/>
          </a:xfrm>
          <a:custGeom>
            <a:avLst/>
            <a:gdLst/>
            <a:ahLst/>
            <a:cxnLst/>
            <a:rect r="r" b="b" t="t" l="l"/>
            <a:pathLst>
              <a:path h="8973638" w="6803649">
                <a:moveTo>
                  <a:pt x="0" y="0"/>
                </a:moveTo>
                <a:lnTo>
                  <a:pt x="6803648" y="0"/>
                </a:lnTo>
                <a:lnTo>
                  <a:pt x="6803648" y="8973637"/>
                </a:lnTo>
                <a:lnTo>
                  <a:pt x="0" y="8973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62264" y="9347797"/>
            <a:ext cx="16230600" cy="0"/>
          </a:xfrm>
          <a:prstGeom prst="line">
            <a:avLst/>
          </a:prstGeom>
          <a:ln cap="flat" w="19050">
            <a:solidFill>
              <a:srgbClr val="FFFFF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49967" y="1028700"/>
            <a:ext cx="4186036" cy="475950"/>
            <a:chOff x="0" y="0"/>
            <a:chExt cx="5581381" cy="634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36376" cy="634600"/>
            </a:xfrm>
            <a:custGeom>
              <a:avLst/>
              <a:gdLst/>
              <a:ahLst/>
              <a:cxnLst/>
              <a:rect r="r" b="b" t="t" l="l"/>
              <a:pathLst>
                <a:path h="634600" w="836376">
                  <a:moveTo>
                    <a:pt x="0" y="0"/>
                  </a:moveTo>
                  <a:lnTo>
                    <a:pt x="836376" y="0"/>
                  </a:lnTo>
                  <a:lnTo>
                    <a:pt x="836376" y="634600"/>
                  </a:lnTo>
                  <a:lnTo>
                    <a:pt x="0" y="63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945405" y="26470"/>
              <a:ext cx="4635976" cy="524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3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CryptoCoders03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52880" y="7277304"/>
            <a:ext cx="262183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Presented by: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615331"/>
            <a:ext cx="12811315" cy="1899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9"/>
              </a:lnSpc>
            </a:pPr>
            <a:r>
              <a:rPr lang="en-US" sz="143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FactForge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74710" y="7277304"/>
            <a:ext cx="6820062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Anisha Paturi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Sravani Janak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 Jayashree Indrani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2599"/>
            <a:ext cx="18288000" cy="10329599"/>
          </a:xfrm>
          <a:custGeom>
            <a:avLst/>
            <a:gdLst/>
            <a:ahLst/>
            <a:cxnLst/>
            <a:rect r="r" b="b" t="t" l="l"/>
            <a:pathLst>
              <a:path h="10329599" w="18288000">
                <a:moveTo>
                  <a:pt x="0" y="0"/>
                </a:moveTo>
                <a:lnTo>
                  <a:pt x="18288000" y="0"/>
                </a:lnTo>
                <a:lnTo>
                  <a:pt x="18288000" y="10329599"/>
                </a:lnTo>
                <a:lnTo>
                  <a:pt x="0" y="10329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91" r="0" b="-13864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832430"/>
            <a:ext cx="13879763" cy="8454570"/>
            <a:chOff x="0" y="0"/>
            <a:chExt cx="18506351" cy="11272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06351" cy="11272760"/>
            </a:xfrm>
            <a:custGeom>
              <a:avLst/>
              <a:gdLst/>
              <a:ahLst/>
              <a:cxnLst/>
              <a:rect r="r" b="b" t="t" l="l"/>
              <a:pathLst>
                <a:path h="11272760" w="18506351">
                  <a:moveTo>
                    <a:pt x="0" y="0"/>
                  </a:moveTo>
                  <a:lnTo>
                    <a:pt x="18506351" y="0"/>
                  </a:lnTo>
                  <a:lnTo>
                    <a:pt x="18506351" y="11272760"/>
                  </a:lnTo>
                  <a:lnTo>
                    <a:pt x="0" y="11272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013" t="-15969" r="-3013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477243" y="6693116"/>
              <a:ext cx="7121357" cy="1964898"/>
            </a:xfrm>
            <a:custGeom>
              <a:avLst/>
              <a:gdLst/>
              <a:ahLst/>
              <a:cxnLst/>
              <a:rect r="r" b="b" t="t" l="l"/>
              <a:pathLst>
                <a:path h="1964898" w="7121357">
                  <a:moveTo>
                    <a:pt x="0" y="0"/>
                  </a:moveTo>
                  <a:lnTo>
                    <a:pt x="7121357" y="0"/>
                  </a:lnTo>
                  <a:lnTo>
                    <a:pt x="7121357" y="1964898"/>
                  </a:lnTo>
                  <a:lnTo>
                    <a:pt x="0" y="196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4421" t="-442058" r="-14597" b="-5924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430914" y="6225594"/>
              <a:ext cx="3775772" cy="2077596"/>
            </a:xfrm>
            <a:custGeom>
              <a:avLst/>
              <a:gdLst/>
              <a:ahLst/>
              <a:cxnLst/>
              <a:rect r="r" b="b" t="t" l="l"/>
              <a:pathLst>
                <a:path h="2077596" w="3775772">
                  <a:moveTo>
                    <a:pt x="0" y="0"/>
                  </a:moveTo>
                  <a:lnTo>
                    <a:pt x="3775772" y="0"/>
                  </a:lnTo>
                  <a:lnTo>
                    <a:pt x="3775772" y="2077596"/>
                  </a:lnTo>
                  <a:lnTo>
                    <a:pt x="0" y="2077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0479" t="-354107" r="-200562" b="-7991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879763" y="2902966"/>
            <a:ext cx="4646285" cy="7097602"/>
          </a:xfrm>
          <a:custGeom>
            <a:avLst/>
            <a:gdLst/>
            <a:ahLst/>
            <a:cxnLst/>
            <a:rect r="r" b="b" t="t" l="l"/>
            <a:pathLst>
              <a:path h="7097602" w="4646285">
                <a:moveTo>
                  <a:pt x="0" y="0"/>
                </a:moveTo>
                <a:lnTo>
                  <a:pt x="4646286" y="0"/>
                </a:lnTo>
                <a:lnTo>
                  <a:pt x="4646286" y="7097601"/>
                </a:lnTo>
                <a:lnTo>
                  <a:pt x="0" y="7097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4625162"/>
            <a:ext cx="1662351" cy="684002"/>
          </a:xfrm>
          <a:custGeom>
            <a:avLst/>
            <a:gdLst/>
            <a:ahLst/>
            <a:cxnLst/>
            <a:rect r="r" b="b" t="t" l="l"/>
            <a:pathLst>
              <a:path h="684002" w="1662351">
                <a:moveTo>
                  <a:pt x="0" y="0"/>
                </a:moveTo>
                <a:lnTo>
                  <a:pt x="1662351" y="0"/>
                </a:lnTo>
                <a:lnTo>
                  <a:pt x="1662351" y="684002"/>
                </a:lnTo>
                <a:lnTo>
                  <a:pt x="0" y="684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86" t="-631799" r="-757052" b="-67260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6886" y="637540"/>
            <a:ext cx="9020175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Architecture Diagram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1687" y="1233230"/>
            <a:ext cx="18651374" cy="3717051"/>
          </a:xfrm>
          <a:custGeom>
            <a:avLst/>
            <a:gdLst/>
            <a:ahLst/>
            <a:cxnLst/>
            <a:rect r="r" b="b" t="t" l="l"/>
            <a:pathLst>
              <a:path h="3717051" w="18651374">
                <a:moveTo>
                  <a:pt x="0" y="0"/>
                </a:moveTo>
                <a:lnTo>
                  <a:pt x="18651374" y="0"/>
                </a:lnTo>
                <a:lnTo>
                  <a:pt x="18651374" y="3717052"/>
                </a:lnTo>
                <a:lnTo>
                  <a:pt x="0" y="3717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319" r="0" b="-120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37372" y="5373444"/>
            <a:ext cx="13749832" cy="5228398"/>
          </a:xfrm>
          <a:custGeom>
            <a:avLst/>
            <a:gdLst/>
            <a:ahLst/>
            <a:cxnLst/>
            <a:rect r="r" b="b" t="t" l="l"/>
            <a:pathLst>
              <a:path h="5228398" w="13749832">
                <a:moveTo>
                  <a:pt x="0" y="0"/>
                </a:moveTo>
                <a:lnTo>
                  <a:pt x="13749832" y="0"/>
                </a:lnTo>
                <a:lnTo>
                  <a:pt x="13749832" y="5228398"/>
                </a:lnTo>
                <a:lnTo>
                  <a:pt x="0" y="5228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108" r="0" b="-4321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2621" y="339150"/>
            <a:ext cx="4493956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Tech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2621" y="5919564"/>
            <a:ext cx="3275255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Benefits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35125"/>
            <a:ext cx="18713246" cy="8181262"/>
          </a:xfrm>
          <a:custGeom>
            <a:avLst/>
            <a:gdLst/>
            <a:ahLst/>
            <a:cxnLst/>
            <a:rect r="r" b="b" t="t" l="l"/>
            <a:pathLst>
              <a:path h="8181262" w="18713246">
                <a:moveTo>
                  <a:pt x="0" y="0"/>
                </a:moveTo>
                <a:lnTo>
                  <a:pt x="18713246" y="0"/>
                </a:lnTo>
                <a:lnTo>
                  <a:pt x="18713246" y="8181262"/>
                </a:lnTo>
                <a:lnTo>
                  <a:pt x="0" y="8181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079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0535" y="565150"/>
            <a:ext cx="13332176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Features Implemented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9304221" y="935279"/>
            <a:ext cx="6803649" cy="8973638"/>
          </a:xfrm>
          <a:custGeom>
            <a:avLst/>
            <a:gdLst/>
            <a:ahLst/>
            <a:cxnLst/>
            <a:rect r="r" b="b" t="t" l="l"/>
            <a:pathLst>
              <a:path h="8973638" w="6803649">
                <a:moveTo>
                  <a:pt x="0" y="0"/>
                </a:moveTo>
                <a:lnTo>
                  <a:pt x="6803648" y="0"/>
                </a:lnTo>
                <a:lnTo>
                  <a:pt x="6803648" y="8973637"/>
                </a:lnTo>
                <a:lnTo>
                  <a:pt x="0" y="8973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8116800"/>
            <a:ext cx="16230600" cy="0"/>
          </a:xfrm>
          <a:prstGeom prst="line">
            <a:avLst/>
          </a:prstGeom>
          <a:ln cap="flat" w="19050">
            <a:solidFill>
              <a:srgbClr val="FFFFF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49967" y="1028700"/>
            <a:ext cx="4186036" cy="475950"/>
            <a:chOff x="0" y="0"/>
            <a:chExt cx="5581381" cy="634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36376" cy="634600"/>
            </a:xfrm>
            <a:custGeom>
              <a:avLst/>
              <a:gdLst/>
              <a:ahLst/>
              <a:cxnLst/>
              <a:rect r="r" b="b" t="t" l="l"/>
              <a:pathLst>
                <a:path h="634600" w="836376">
                  <a:moveTo>
                    <a:pt x="0" y="0"/>
                  </a:moveTo>
                  <a:lnTo>
                    <a:pt x="836376" y="0"/>
                  </a:lnTo>
                  <a:lnTo>
                    <a:pt x="836376" y="634600"/>
                  </a:lnTo>
                  <a:lnTo>
                    <a:pt x="0" y="63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945405" y="26470"/>
              <a:ext cx="4635976" cy="524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3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CryptoCoders03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4424831"/>
            <a:ext cx="12811315" cy="1899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9"/>
              </a:lnSpc>
            </a:pPr>
            <a:r>
              <a:rPr lang="en-US" sz="143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DAHEw_7xYcg</dc:identifier>
  <dcterms:modified xsi:type="dcterms:W3CDTF">2011-08-01T06:04:30Z</dcterms:modified>
  <cp:revision>1</cp:revision>
  <dc:title>FactForge</dc:title>
</cp:coreProperties>
</file>